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9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572000" cy="4572000"/>
          </a:xfrm>
          <a:prstGeom prst="ellipse">
            <a:avLst/>
          </a:prstGeom>
          <a:solidFill>
            <a:srgbClr val="2C3358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323A6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icons/balance_2329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868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· RISK · COMPLIANCE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Compliance Officer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auditor that reads every AI response before your organization has to answer for it.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109728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29768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LLMs and semantic search, it audits AI-generated content against organizational, ethical, and legal policy — automatically, and with a paper trail.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E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OFFICER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AI outputs on the right side of policy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126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LLMs write more of what an organization publishes — support replies, internal memos, customer-facing copy — someone still has to make sure it holds up against policy, privacy rules, and the law. Reviewing that by hand doesn’t scale past a handful of messages a day.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6126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Officer sits between the model and the outside world. It pulls the policies actually relevant to a given response, reasons about whether that response holds up, and leaves behind an explanation — not just a verdict.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6126480" cy="1051560"/>
          </a:xfrm>
          <a:prstGeom prst="roundRect">
            <a:avLst>
              <a:gd name="adj" fmla="val 6957"/>
            </a:avLst>
          </a:prstGeom>
          <a:solidFill>
            <a:srgbClr val="F6F7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914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32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LLMs trustworthy, explainable, and compliant — automatically.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732520" y="1554480"/>
            <a:ext cx="1051560" cy="105156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0" name="Image 0" descr="icons/contract_C9A2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8552" y="1810512"/>
            <a:ext cx="539496" cy="5394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12680" y="15361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126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policy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732520" y="3154680"/>
            <a:ext cx="1051560" cy="105156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4" name="Image 1" descr="icons/lock_C9A2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2" y="3410712"/>
            <a:ext cx="539496" cy="5394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12680" y="3136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012680" y="3520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fairness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732520" y="4754880"/>
            <a:ext cx="1051560" cy="105156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8" name="Image 2" descr="icons/gavel_C9A22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5010912"/>
            <a:ext cx="539496" cy="5394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12680" y="4736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0012680" y="5120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standards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4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OFFICER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ways it earns the title “officer”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5" name="Image 0" descr="icons/shield_C9A2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554480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 Detection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98448" y="1911096"/>
            <a:ext cx="4736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AI-generated text against compliance policy automatically, before it reaches anyone.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48640" y="2706624"/>
            <a:ext cx="566928" cy="566928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9" name="Image 1" descr="icons/search_C9A2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4378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615184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Engine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98448" y="2971800"/>
            <a:ext cx="4736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specific rules and guidelines relevant to each response using embeddings.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48640" y="3767328"/>
            <a:ext cx="566928" cy="566928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3" name="Image 2" descr="icons/brain_C9A22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0448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675888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Reasoning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98448" y="4032504"/>
            <a:ext cx="4736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LLM-based reasoning to judge whether content actually violates a policy, in context.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548640" y="4828032"/>
            <a:ext cx="566928" cy="566928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7" name="Image 3" descr="icons/file_C9A2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965192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73659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298448" y="5093208"/>
            <a:ext cx="4736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detailed audit report for every compliance check, ready to hand to a reviewer.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6309360" y="1645920"/>
            <a:ext cx="566928" cy="566928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21" name="Image 4" descr="icons/chart_C9A22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78308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59168" y="1554480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Interface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7059168" y="1911096"/>
            <a:ext cx="4736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dashboard where admins review flagged outputs and compliance scores at a glance.</a:t>
            </a:r>
            <a:endParaRPr lang="en-US" sz="1080" dirty="0"/>
          </a:p>
        </p:txBody>
      </p:sp>
      <p:sp>
        <p:nvSpPr>
          <p:cNvPr id="24" name="Shape 17"/>
          <p:cNvSpPr/>
          <p:nvPr/>
        </p:nvSpPr>
        <p:spPr>
          <a:xfrm>
            <a:off x="6309360" y="2706624"/>
            <a:ext cx="566928" cy="566928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25" name="Image 5" descr="icons/usershield_C9A22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843784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59168" y="2615184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7059168" y="2971800"/>
            <a:ext cx="4736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what auditors, admins, and developers are each allowed to see and do.</a:t>
            </a:r>
            <a:endParaRPr lang="en-US" sz="1080" dirty="0"/>
          </a:p>
        </p:txBody>
      </p:sp>
      <p:sp>
        <p:nvSpPr>
          <p:cNvPr id="28" name="Shape 20"/>
          <p:cNvSpPr/>
          <p:nvPr/>
        </p:nvSpPr>
        <p:spPr>
          <a:xfrm>
            <a:off x="6309360" y="3767328"/>
            <a:ext cx="566928" cy="566928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29" name="Image 6" descr="icons/sync_C9A22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04488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59168" y="3675888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7059168" y="4032504"/>
            <a:ext cx="4736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 on flagged items feeds back in to fine-tune the compliance scoring over time.</a:t>
            </a:r>
            <a:endParaRPr lang="en-US" sz="1080" dirty="0"/>
          </a:p>
        </p:txBody>
      </p:sp>
      <p:sp>
        <p:nvSpPr>
          <p:cNvPr id="32" name="Shape 23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12700">
            <a:solidFill>
              <a:srgbClr val="DCE0EA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548640" y="60624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Python, OpenAI GPT, LangChain, FastAPI, and Streamlit — backed by Pinecone/FAISS for search and MySQL/SQLite for storage, all containerized with Docker.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Tech Stack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4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OFFICER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9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114800" cy="4114800"/>
          </a:xfrm>
          <a:prstGeom prst="ellipse">
            <a:avLst/>
          </a:prstGeom>
          <a:solidFill>
            <a:srgbClr val="2C335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output to an audited answer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56716" y="18745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user_2329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199" y="20830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456432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or request enters the system.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42616" y="2217420"/>
            <a:ext cx="155448" cy="18288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3415284" y="18745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robot_2329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67" y="20830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07208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07208" y="3456432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generates the response to be reviewed.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01184" y="2217420"/>
            <a:ext cx="155448" cy="18288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5" name="Shape 11"/>
          <p:cNvSpPr/>
          <p:nvPr/>
        </p:nvSpPr>
        <p:spPr>
          <a:xfrm>
            <a:off x="5673852" y="18745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search_2329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335" y="208300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65776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65776" y="3456432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retrieves the policies relevant to it.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159752" y="2217420"/>
            <a:ext cx="155448" cy="18288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0" name="Shape 15"/>
          <p:cNvSpPr/>
          <p:nvPr/>
        </p:nvSpPr>
        <p:spPr>
          <a:xfrm>
            <a:off x="7932420" y="18745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balance_23294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903" y="208300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4344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24344" y="3456432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matches the response against the rules.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418320" y="2217420"/>
            <a:ext cx="155448" cy="18288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5" name="Shape 19"/>
          <p:cNvSpPr/>
          <p:nvPr/>
        </p:nvSpPr>
        <p:spPr>
          <a:xfrm>
            <a:off x="10190988" y="1874520"/>
            <a:ext cx="868680" cy="8686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icons/clipboard_23294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9471" y="2083003"/>
            <a:ext cx="451714" cy="45171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82912" y="292608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582912" y="3456432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scored, explainable report reaches the dashboard.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5623560"/>
            <a:ext cx="5029200" cy="0"/>
          </a:xfrm>
          <a:prstGeom prst="line">
            <a:avLst/>
          </a:prstGeom>
          <a:noFill/>
          <a:ln w="12700">
            <a:solidFill>
              <a:srgbClr val="3A427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48640" y="5779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full project, architecture, and source code on GitHub.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E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OFFICER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2026-08-13T23:55:46Z</dcterms:created>
  <dcterms:modified xsi:type="dcterms:W3CDTF">2026-08-13T23:55:46Z</dcterms:modified>
</cp:coreProperties>
</file>